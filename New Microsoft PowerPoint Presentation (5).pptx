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4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7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2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0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8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31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0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0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8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38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3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64EF1-26A4-4F4A-B99A-07ECDEBF89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E84D5-6F2D-458A-B9ED-1EA632F83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6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6276" y="696725"/>
            <a:ext cx="2144684" cy="4227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35136" y="696726"/>
            <a:ext cx="1811250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46385" y="696726"/>
            <a:ext cx="1440872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87260" y="697802"/>
            <a:ext cx="1440871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328132" y="697802"/>
            <a:ext cx="1163780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491913" y="698340"/>
            <a:ext cx="1570181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062095" y="698340"/>
            <a:ext cx="1811436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6276" y="1119448"/>
            <a:ext cx="2144684" cy="5329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1699122" y="187450"/>
            <a:ext cx="9268691" cy="462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>
                <a:solidFill>
                  <a:srgbClr val="FF0000"/>
                </a:solidFill>
              </a:rPr>
              <a:t>QUẢN LÝ SẢN XUẤT- MUA BÁN LK HÀNG HÓA SENKI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342" y="1285702"/>
            <a:ext cx="1953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I. </a:t>
            </a:r>
            <a:r>
              <a:rPr lang="en-US" dirty="0" err="1" smtClean="0"/>
              <a:t>Quản</a:t>
            </a:r>
            <a:r>
              <a:rPr lang="en-US" dirty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22101" y="2760159"/>
            <a:ext cx="2231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II. </a:t>
            </a:r>
            <a:r>
              <a:rPr lang="en-US" dirty="0" err="1" smtClean="0"/>
              <a:t>Tạo</a:t>
            </a:r>
            <a:r>
              <a:rPr lang="en-US" dirty="0" smtClean="0"/>
              <a:t> BOM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t="73976"/>
          <a:stretch/>
        </p:blipFill>
        <p:spPr>
          <a:xfrm>
            <a:off x="696426" y="721004"/>
            <a:ext cx="1662541" cy="376313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1889760" y="1544320"/>
            <a:ext cx="865013" cy="156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2101" y="4234616"/>
            <a:ext cx="2098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III. </a:t>
            </a:r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kho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773" y="1119448"/>
            <a:ext cx="9118758" cy="440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0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456276" y="696725"/>
            <a:ext cx="2144684" cy="4227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635136" y="696726"/>
            <a:ext cx="1811250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446385" y="696726"/>
            <a:ext cx="1440872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887260" y="697802"/>
            <a:ext cx="1440871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328132" y="697802"/>
            <a:ext cx="1163780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491913" y="698340"/>
            <a:ext cx="1570181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0062095" y="698340"/>
            <a:ext cx="1811436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56276" y="1119448"/>
            <a:ext cx="2144684" cy="5329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Subtitle 2"/>
          <p:cNvSpPr txBox="1">
            <a:spLocks/>
          </p:cNvSpPr>
          <p:nvPr/>
        </p:nvSpPr>
        <p:spPr>
          <a:xfrm>
            <a:off x="2058785" y="187112"/>
            <a:ext cx="9268691" cy="462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>
                <a:solidFill>
                  <a:srgbClr val="FF0000"/>
                </a:solidFill>
              </a:rPr>
              <a:t>QUẢN LÝ SẢN XUẤT- MUA BÁN LK HÀNG HÓA SENKI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5342" y="1285702"/>
            <a:ext cx="1953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I. </a:t>
            </a:r>
            <a:r>
              <a:rPr lang="en-US" dirty="0" err="1" smtClean="0"/>
              <a:t>Quản</a:t>
            </a:r>
            <a:r>
              <a:rPr lang="en-US" dirty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22101" y="2760159"/>
            <a:ext cx="2231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II. </a:t>
            </a:r>
            <a:r>
              <a:rPr lang="en-US" dirty="0" err="1" smtClean="0"/>
              <a:t>Tạo</a:t>
            </a:r>
            <a:r>
              <a:rPr lang="en-US" dirty="0" smtClean="0"/>
              <a:t> BOM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2"/>
          <a:srcRect t="73976"/>
          <a:stretch/>
        </p:blipFill>
        <p:spPr>
          <a:xfrm>
            <a:off x="696426" y="721004"/>
            <a:ext cx="1662541" cy="376313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flipV="1">
            <a:off x="1708727" y="2593904"/>
            <a:ext cx="926408" cy="166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2101" y="4234616"/>
            <a:ext cx="2098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III. </a:t>
            </a:r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kho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920" y="1962387"/>
            <a:ext cx="9175652" cy="398733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736920" y="1377023"/>
            <a:ext cx="1279422" cy="3693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Tạo</a:t>
            </a:r>
            <a:r>
              <a:rPr lang="en-US" dirty="0" smtClean="0">
                <a:solidFill>
                  <a:schemeClr val="tx1"/>
                </a:solidFill>
              </a:rPr>
              <a:t> BOM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3910863" y="1339985"/>
            <a:ext cx="422656" cy="36482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+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330786" y="1381300"/>
            <a:ext cx="1279422" cy="3693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Tìm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kiềm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16057" y="1381300"/>
            <a:ext cx="1972888" cy="3693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>
                    <a:lumMod val="75000"/>
                  </a:schemeClr>
                </a:solidFill>
              </a:rPr>
              <a:t>Tên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 SP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900643" y="1381300"/>
            <a:ext cx="1972888" cy="3693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>
                    <a:lumMod val="75000"/>
                  </a:schemeClr>
                </a:solidFill>
              </a:rPr>
              <a:t>Mã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 SP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353963" y="6245970"/>
            <a:ext cx="1413163" cy="369332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257964" y="6190674"/>
            <a:ext cx="2072822" cy="369332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Add BOM excel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80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456276" y="696725"/>
            <a:ext cx="2144684" cy="4227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635136" y="696726"/>
            <a:ext cx="1811250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446385" y="696726"/>
            <a:ext cx="1440872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887260" y="697802"/>
            <a:ext cx="1440871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328132" y="697802"/>
            <a:ext cx="1163780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491913" y="698340"/>
            <a:ext cx="1570181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0062095" y="698340"/>
            <a:ext cx="1811436" cy="4227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56276" y="1119448"/>
            <a:ext cx="2144684" cy="53293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ubtitle 2"/>
          <p:cNvSpPr txBox="1">
            <a:spLocks/>
          </p:cNvSpPr>
          <p:nvPr/>
        </p:nvSpPr>
        <p:spPr>
          <a:xfrm>
            <a:off x="2058785" y="187112"/>
            <a:ext cx="9268691" cy="462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>
                <a:solidFill>
                  <a:srgbClr val="FF0000"/>
                </a:solidFill>
              </a:rPr>
              <a:t>QUẢN LÝ SẢN XUẤT- MUA BÁN LK HÀNG HÓA SENKI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5342" y="1285702"/>
            <a:ext cx="1953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I. </a:t>
            </a:r>
            <a:r>
              <a:rPr lang="en-US" dirty="0" err="1" smtClean="0"/>
              <a:t>Quản</a:t>
            </a:r>
            <a:r>
              <a:rPr lang="en-US" dirty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22101" y="2760159"/>
            <a:ext cx="2231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II. </a:t>
            </a:r>
            <a:r>
              <a:rPr lang="en-US" dirty="0" err="1" smtClean="0"/>
              <a:t>Tạo</a:t>
            </a:r>
            <a:r>
              <a:rPr lang="en-US" dirty="0" smtClean="0"/>
              <a:t> BOM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2"/>
          <a:srcRect t="73976"/>
          <a:stretch/>
        </p:blipFill>
        <p:spPr>
          <a:xfrm>
            <a:off x="696426" y="721004"/>
            <a:ext cx="1662541" cy="376313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flipV="1">
            <a:off x="1712421" y="3943927"/>
            <a:ext cx="1076961" cy="293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2101" y="4234616"/>
            <a:ext cx="1810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III. TỔNG </a:t>
            </a:r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kho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451" y="1285702"/>
            <a:ext cx="9097080" cy="399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6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99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ManhVan</dc:creator>
  <cp:lastModifiedBy>ManhVan</cp:lastModifiedBy>
  <cp:revision>13</cp:revision>
  <dcterms:created xsi:type="dcterms:W3CDTF">2026-03-31T05:37:27Z</dcterms:created>
  <dcterms:modified xsi:type="dcterms:W3CDTF">2026-03-31T07:01:26Z</dcterms:modified>
</cp:coreProperties>
</file>